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14500" y="571500"/>
            <a:ext cx="5715000" cy="2823567"/>
          </a:xfrm>
          <a:prstGeom prst="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428875" y="1007269"/>
            <a:ext cx="4286250" cy="1253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750" b="1" spc="2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MISTÉRIOS GOZOSOS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2428875" y="2403872"/>
            <a:ext cx="428625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900" spc="1" kern="0" dirty="0">
                <a:solidFill>
                  <a:srgbClr val="FFC72C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Meditações do Santo Rosário</a:t>
            </a:r>
            <a:endParaRPr lang="en-US" sz="1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813" y="3816548"/>
            <a:ext cx="714375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8625"/>
            <a:ext cx="2857500" cy="4714875"/>
          </a:xfrm>
          <a:prstGeom prst="rect">
            <a:avLst/>
          </a:prstGeom>
          <a:solidFill>
            <a:srgbClr val="005596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42875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Alegria da Encarnação e Infância de Jesus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85750" y="3014663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Mistérios Gozosos são rezados às segundas-feiras e sábados. Eles nos convidam a contemplar os momentos de alegria e esperança no início da vida de Jesus e de Nossa Senhora.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429000" y="1357313"/>
            <a:ext cx="357188" cy="357188"/>
          </a:xfrm>
          <a:prstGeom prst="ellipse">
            <a:avLst/>
          </a:prstGeom>
          <a:solidFill>
            <a:srgbClr val="0067B1">
              <a:alpha val="10000"/>
            </a:srgbClr>
          </a:solidFill>
          <a:ln w="18288">
            <a:solidFill>
              <a:srgbClr val="0067B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29000" y="1357313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64781" y="1422499"/>
            <a:ext cx="2861072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Anunciação do Anjo a Maria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29000" y="1928813"/>
            <a:ext cx="357188" cy="357188"/>
          </a:xfrm>
          <a:prstGeom prst="ellipse">
            <a:avLst/>
          </a:prstGeom>
          <a:solidFill>
            <a:srgbClr val="0067B1">
              <a:alpha val="10000"/>
            </a:srgbClr>
          </a:solidFill>
          <a:ln w="18288">
            <a:solidFill>
              <a:srgbClr val="0067B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29000" y="1928813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64781" y="1993999"/>
            <a:ext cx="2714625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Visitação de Maria a Isabel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429000" y="2500313"/>
            <a:ext cx="357188" cy="357188"/>
          </a:xfrm>
          <a:prstGeom prst="ellipse">
            <a:avLst/>
          </a:prstGeom>
          <a:solidFill>
            <a:srgbClr val="0067B1">
              <a:alpha val="10000"/>
            </a:srgbClr>
          </a:solidFill>
          <a:ln w="18288">
            <a:solidFill>
              <a:srgbClr val="0067B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29000" y="2500313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964781" y="2565499"/>
            <a:ext cx="2241352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 Nascimento de Jesus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429000" y="3071813"/>
            <a:ext cx="357188" cy="357188"/>
          </a:xfrm>
          <a:prstGeom prst="ellipse">
            <a:avLst/>
          </a:prstGeom>
          <a:solidFill>
            <a:srgbClr val="0067B1">
              <a:alpha val="10000"/>
            </a:srgbClr>
          </a:solidFill>
          <a:ln w="18288">
            <a:solidFill>
              <a:srgbClr val="0067B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29000" y="3071813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964781" y="3136999"/>
            <a:ext cx="3461147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Apresentação de Jesus no Templo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429000" y="3643313"/>
            <a:ext cx="357188" cy="357188"/>
          </a:xfrm>
          <a:prstGeom prst="ellipse">
            <a:avLst/>
          </a:prstGeom>
          <a:solidFill>
            <a:srgbClr val="0067B1">
              <a:alpha val="10000"/>
            </a:srgbClr>
          </a:solidFill>
          <a:ln w="18288">
            <a:solidFill>
              <a:srgbClr val="0067B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3643313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964781" y="3708499"/>
            <a:ext cx="3032522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 Encontro de Jesus no Templo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" name="Text 1"/>
          <p:cNvSpPr/>
          <p:nvPr/>
        </p:nvSpPr>
        <p:spPr>
          <a:xfrm>
            <a:off x="357188" y="1370540"/>
            <a:ext cx="29432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FC7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1º MISTÉRIO GOZOSO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57188" y="1599140"/>
            <a:ext cx="2943225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Anunciação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357188" y="2190620"/>
            <a:ext cx="2943225" cy="6161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57188" y="2190620"/>
            <a:ext cx="28575" cy="616148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8" name="Text 5"/>
          <p:cNvSpPr/>
          <p:nvPr/>
        </p:nvSpPr>
        <p:spPr>
          <a:xfrm>
            <a:off x="500063" y="2190620"/>
            <a:ext cx="280035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"Ave, cheia de graça, o Senhor é contigo! Bendita és tu entre as mulheres."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0063" y="2651392"/>
            <a:ext cx="28003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067B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Lucas 1,28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57188" y="3092518"/>
            <a:ext cx="2943225" cy="680442"/>
          </a:xfrm>
          <a:prstGeom prst="rect">
            <a:avLst/>
          </a:prstGeom>
          <a:solidFill>
            <a:srgbClr val="0067B1">
              <a:alpha val="5000"/>
            </a:srgbClr>
          </a:solidFill>
          <a:ln w="9144">
            <a:solidFill>
              <a:srgbClr val="0067B1">
                <a:alpha val="1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0063" y="3242537"/>
            <a:ext cx="26574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67B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FRUTO DO MISTÉRIO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00063" y="3413987"/>
            <a:ext cx="1135856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Humildade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0"/>
            <a:ext cx="5486400" cy="51435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74709" y="2214563"/>
            <a:ext cx="714375" cy="71437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021" y="2428875"/>
            <a:ext cx="28575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7313" y="919451"/>
            <a:ext cx="6429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 "Sim" de Maria mudou a história da humanidade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1357313" y="2028127"/>
            <a:ext cx="6429375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Maria, com sua resposta humilde "Eis aqui a serva do Senhor, faça-se em mim segundo a tua palavra", tornou-se modelo de fé e obediência. Seu "sim" abriu as portas para a salvação.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156252" y="3131055"/>
            <a:ext cx="273248" cy="869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0" dirty="0">
                <a:solidFill>
                  <a:srgbClr val="0067B1">
                    <a:alpha val="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”</a:t>
            </a:r>
            <a:endParaRPr lang="en-US" sz="5500" dirty="0"/>
          </a:p>
        </p:txBody>
      </p:sp>
      <p:sp>
        <p:nvSpPr>
          <p:cNvPr id="6" name="Text 3"/>
          <p:cNvSpPr/>
          <p:nvPr/>
        </p:nvSpPr>
        <p:spPr>
          <a:xfrm>
            <a:off x="2043113" y="3416805"/>
            <a:ext cx="538638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ORAÇÃO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043113" y="3681124"/>
            <a:ext cx="5386388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"Maria, ensina-me a dizer 'sim' a Deus em todas as circunstâncias da minha vida. Que eu possa acolher a vontade de Deus com a mesma humildade e confiança que tu demonstraste."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6" name="Shape 2"/>
          <p:cNvSpPr/>
          <p:nvPr/>
        </p:nvSpPr>
        <p:spPr>
          <a:xfrm>
            <a:off x="5486400" y="0"/>
            <a:ext cx="7144" cy="5143500"/>
          </a:xfrm>
          <a:prstGeom prst="rect">
            <a:avLst/>
          </a:prstGeom>
          <a:solidFill>
            <a:srgbClr val="E6F0F7"/>
          </a:solidFill>
          <a:ln/>
        </p:spPr>
      </p:sp>
      <p:sp>
        <p:nvSpPr>
          <p:cNvPr id="7" name="Text 3"/>
          <p:cNvSpPr/>
          <p:nvPr/>
        </p:nvSpPr>
        <p:spPr>
          <a:xfrm>
            <a:off x="5843588" y="1229088"/>
            <a:ext cx="29432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spc="1" kern="0" dirty="0">
                <a:solidFill>
                  <a:srgbClr val="FFC7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2º MISTÉRIO GOZOSO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843588" y="1457688"/>
            <a:ext cx="2943225" cy="66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ct val="88000"/>
              </a:lnSpc>
              <a:buNone/>
            </a:pPr>
            <a:r>
              <a:rPr lang="en-US" sz="210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Visitação de Maria a Isabel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5843588" y="2332072"/>
            <a:ext cx="2943225" cy="6161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8758238" y="2332072"/>
            <a:ext cx="28575" cy="616148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1" name="Text 7"/>
          <p:cNvSpPr/>
          <p:nvPr/>
        </p:nvSpPr>
        <p:spPr>
          <a:xfrm>
            <a:off x="5843588" y="2332072"/>
            <a:ext cx="280035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"Bendita és tu entre as mulheres, e bendito é o fruto do teu ventre!"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843588" y="2792843"/>
            <a:ext cx="28003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067B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Lucas 1,42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843588" y="3233970"/>
            <a:ext cx="2943225" cy="680442"/>
          </a:xfrm>
          <a:prstGeom prst="rect">
            <a:avLst/>
          </a:prstGeom>
          <a:solidFill>
            <a:srgbClr val="0067B1">
              <a:alpha val="5000"/>
            </a:srgbClr>
          </a:solidFill>
          <a:ln w="9144">
            <a:solidFill>
              <a:srgbClr val="0067B1">
                <a:alpha val="1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86463" y="3383989"/>
            <a:ext cx="26574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67B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FRUTO DO MISTÉRIO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6931223" y="3555439"/>
            <a:ext cx="1712714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Caridade Fraterna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129213" y="2214563"/>
            <a:ext cx="714375" cy="71437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806" y="2428875"/>
            <a:ext cx="357188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7313" y="571500"/>
            <a:ext cx="6429375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Maria nos ensina a levar Cristo aos outros com alegria e serviço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1357313" y="1763055"/>
            <a:ext cx="6429375" cy="891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Visitação nos mostra Maria como missionária, levando Jesus aos outros. Ela não guardou a graça para si, mas foi servir sua prima idosa. O Magnificat, cantado nesta ocasião, é o hino de louvor de Maria.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357313" y="3083170"/>
            <a:ext cx="6429375" cy="1589484"/>
          </a:xfrm>
          <a:prstGeom prst="rect">
            <a:avLst/>
          </a:prstGeom>
          <a:solidFill>
            <a:srgbClr val="E6F4FF"/>
          </a:solidFill>
          <a:ln/>
        </p:spPr>
      </p:sp>
      <p:sp>
        <p:nvSpPr>
          <p:cNvPr id="6" name="Shape 3"/>
          <p:cNvSpPr/>
          <p:nvPr/>
        </p:nvSpPr>
        <p:spPr>
          <a:xfrm>
            <a:off x="1357313" y="3083170"/>
            <a:ext cx="57150" cy="1589484"/>
          </a:xfrm>
          <a:prstGeom prst="rect">
            <a:avLst/>
          </a:prstGeom>
          <a:solidFill>
            <a:srgbClr val="0067B1"/>
          </a:solidFill>
          <a:ln/>
        </p:spPr>
      </p:sp>
      <p:sp>
        <p:nvSpPr>
          <p:cNvPr id="7" name="Text 4"/>
          <p:cNvSpPr/>
          <p:nvPr/>
        </p:nvSpPr>
        <p:spPr>
          <a:xfrm>
            <a:off x="1785938" y="3368920"/>
            <a:ext cx="55721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FFC72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ORAÇÃO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785938" y="3615379"/>
            <a:ext cx="557212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0067B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"Senhor, dá-me um coração missionário como o de Maria. Que eu possa levar a alegria do Evangelho a todos que encontro, servindo com amor e humildade."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" name="Shape 1"/>
          <p:cNvSpPr/>
          <p:nvPr/>
        </p:nvSpPr>
        <p:spPr>
          <a:xfrm>
            <a:off x="3650456" y="0"/>
            <a:ext cx="7144" cy="5143500"/>
          </a:xfrm>
          <a:prstGeom prst="rect">
            <a:avLst/>
          </a:prstGeom>
          <a:solidFill>
            <a:srgbClr val="E6F0F7"/>
          </a:solidFill>
          <a:ln/>
        </p:spPr>
      </p:sp>
      <p:sp>
        <p:nvSpPr>
          <p:cNvPr id="5" name="Text 2"/>
          <p:cNvSpPr/>
          <p:nvPr/>
        </p:nvSpPr>
        <p:spPr>
          <a:xfrm>
            <a:off x="357188" y="1184272"/>
            <a:ext cx="29432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FC7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3º MISTÉRIO GOZOSO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57188" y="1412872"/>
            <a:ext cx="2943225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 Nascimento de Jesus</a:t>
            </a:r>
            <a:endParaRPr lang="en-US" sz="2450" dirty="0"/>
          </a:p>
        </p:txBody>
      </p:sp>
      <p:sp>
        <p:nvSpPr>
          <p:cNvPr id="7" name="Shape 4"/>
          <p:cNvSpPr/>
          <p:nvPr/>
        </p:nvSpPr>
        <p:spPr>
          <a:xfrm>
            <a:off x="357188" y="2381520"/>
            <a:ext cx="2943225" cy="6161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57188" y="2381520"/>
            <a:ext cx="28575" cy="616148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9" name="Text 6"/>
          <p:cNvSpPr/>
          <p:nvPr/>
        </p:nvSpPr>
        <p:spPr>
          <a:xfrm>
            <a:off x="500063" y="2381520"/>
            <a:ext cx="280035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"Glória a Deus nas alturas e paz na terra aos homens de boa vontade."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0063" y="2842292"/>
            <a:ext cx="28003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067B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Lucas 2,14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57188" y="3283418"/>
            <a:ext cx="2943225" cy="675782"/>
          </a:xfrm>
          <a:prstGeom prst="rect">
            <a:avLst/>
          </a:prstGeom>
          <a:solidFill>
            <a:srgbClr val="0067B1">
              <a:alpha val="5000"/>
            </a:srgbClr>
          </a:solidFill>
          <a:ln w="9144">
            <a:solidFill>
              <a:srgbClr val="0067B1">
                <a:alpha val="1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0063" y="3433437"/>
            <a:ext cx="26574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67B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FRUTO DO MISTÉRIO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500063" y="3610245"/>
            <a:ext cx="2489597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Desapego dos Bens Materiais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0"/>
            <a:ext cx="5486400" cy="51435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300413" y="2214563"/>
            <a:ext cx="714375" cy="71437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866" y="2428875"/>
            <a:ext cx="321469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898" y="528665"/>
            <a:ext cx="482203" cy="4286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7313" y="1171603"/>
            <a:ext cx="6429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Deus escolheu a simplicidade para revelar Sua grandeza</a:t>
            </a:r>
            <a:endParaRPr lang="en-US" sz="2450" dirty="0"/>
          </a:p>
        </p:txBody>
      </p:sp>
      <p:sp>
        <p:nvSpPr>
          <p:cNvPr id="5" name="Text 1"/>
          <p:cNvSpPr/>
          <p:nvPr/>
        </p:nvSpPr>
        <p:spPr>
          <a:xfrm>
            <a:off x="1357313" y="2280279"/>
            <a:ext cx="6429375" cy="891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Rei dos reis nasceu na pobreza, ensinando-nos que a verdadeira riqueza está em Deus. O Natal é o mistério do amor de Deus que se faz pequeno para estar perto de nós.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2071688" y="3821850"/>
            <a:ext cx="50006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spc="2" kern="0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ORAÇÃO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2071688" y="4050450"/>
            <a:ext cx="500062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"Jesus, que nasceste pobre em Belém, liberta meu coração do apego às coisas materiais. Que eu encontre minha alegria em Ti, o verdadeiro tesouro."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6" name="Shape 2"/>
          <p:cNvSpPr/>
          <p:nvPr/>
        </p:nvSpPr>
        <p:spPr>
          <a:xfrm>
            <a:off x="5486400" y="0"/>
            <a:ext cx="7144" cy="5143500"/>
          </a:xfrm>
          <a:prstGeom prst="rect">
            <a:avLst/>
          </a:prstGeom>
          <a:solidFill>
            <a:srgbClr val="E6F0F7"/>
          </a:solidFill>
          <a:ln/>
        </p:spPr>
      </p:sp>
      <p:sp>
        <p:nvSpPr>
          <p:cNvPr id="7" name="Text 3"/>
          <p:cNvSpPr/>
          <p:nvPr/>
        </p:nvSpPr>
        <p:spPr>
          <a:xfrm>
            <a:off x="5843588" y="1064056"/>
            <a:ext cx="29432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spc="1" kern="0" dirty="0">
                <a:solidFill>
                  <a:srgbClr val="FFC7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4º MISTÉRIO GOZOSO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843588" y="1292656"/>
            <a:ext cx="2943225" cy="990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ct val="88000"/>
              </a:lnSpc>
              <a:buNone/>
            </a:pPr>
            <a:r>
              <a:rPr lang="en-US" sz="210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Apresentação de Jesus no Templo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5843588" y="2497075"/>
            <a:ext cx="2943225" cy="6161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8758238" y="2497075"/>
            <a:ext cx="28575" cy="616148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1" name="Text 7"/>
          <p:cNvSpPr/>
          <p:nvPr/>
        </p:nvSpPr>
        <p:spPr>
          <a:xfrm>
            <a:off x="5843588" y="2497075"/>
            <a:ext cx="280035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"Os meus olhos viram a tua salvação, que preparaste diante de todos os povos."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843588" y="2957847"/>
            <a:ext cx="28003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067B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Lucas 2,30-31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843588" y="3398974"/>
            <a:ext cx="2943225" cy="680442"/>
          </a:xfrm>
          <a:prstGeom prst="rect">
            <a:avLst/>
          </a:prstGeom>
          <a:solidFill>
            <a:srgbClr val="0067B1">
              <a:alpha val="5000"/>
            </a:srgbClr>
          </a:solidFill>
          <a:ln w="9144">
            <a:solidFill>
              <a:srgbClr val="0067B1">
                <a:alpha val="1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86463" y="3548993"/>
            <a:ext cx="26574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67B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FRUTO DO MISTÉRIO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6547247" y="3720443"/>
            <a:ext cx="209669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Obediência e a Pureza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129213" y="2214563"/>
            <a:ext cx="714375" cy="71437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806" y="2428875"/>
            <a:ext cx="357188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844" y="677959"/>
            <a:ext cx="214313" cy="285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7313" y="1106584"/>
            <a:ext cx="6429375" cy="788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35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Simeão nos ensina a reconhecer Cristo presente em nossa vida</a:t>
            </a:r>
            <a:endParaRPr lang="en-US" sz="2350" dirty="0"/>
          </a:p>
        </p:txBody>
      </p:sp>
      <p:sp>
        <p:nvSpPr>
          <p:cNvPr id="5" name="Text 1"/>
          <p:cNvSpPr/>
          <p:nvPr/>
        </p:nvSpPr>
        <p:spPr>
          <a:xfrm>
            <a:off x="1357313" y="2109555"/>
            <a:ext cx="6429375" cy="891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Apresentação revela que Jesus é a "luz para iluminar as nações". Simeão esperou a vida toda para ver o Salvador. Sua fé paciente é modelo para nós.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1357313" y="3358232"/>
            <a:ext cx="6429375" cy="1535906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7" name="Shape 3"/>
          <p:cNvSpPr/>
          <p:nvPr/>
        </p:nvSpPr>
        <p:spPr>
          <a:xfrm>
            <a:off x="1357313" y="3358232"/>
            <a:ext cx="42863" cy="1535906"/>
          </a:xfrm>
          <a:prstGeom prst="rect">
            <a:avLst/>
          </a:prstGeom>
          <a:solidFill>
            <a:srgbClr val="0067B1"/>
          </a:solidFill>
          <a:ln/>
        </p:spPr>
      </p:sp>
      <p:sp>
        <p:nvSpPr>
          <p:cNvPr id="8" name="Text 4"/>
          <p:cNvSpPr/>
          <p:nvPr/>
        </p:nvSpPr>
        <p:spPr>
          <a:xfrm>
            <a:off x="1785938" y="3643982"/>
            <a:ext cx="55721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ORAÇÃO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1785938" y="3836863"/>
            <a:ext cx="557212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"Senhor, abre os meus olhos para reconhecer Tua presença em minha vida. Como Simeão, que eu possa Te acolher com alegria e proclamar Tua salvação."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305" y="3679701"/>
            <a:ext cx="1205508" cy="10715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429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43943" y="3933165"/>
            <a:ext cx="6056114" cy="32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90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Eva tomou o fruto. Maria entregou o Fruto.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1774329" y="4573228"/>
            <a:ext cx="5595342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"O </a:t>
            </a:r>
            <a:r>
              <a:rPr lang="en-US" sz="1200" i="1" dirty="0">
                <a:solidFill>
                  <a:srgbClr val="0067B1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pecado</a:t>
            </a:r>
            <a:r>
              <a:rPr lang="en-US" sz="1250" i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começa com reter. A </a:t>
            </a:r>
            <a:r>
              <a:rPr lang="en-US" sz="1200" i="1" dirty="0">
                <a:solidFill>
                  <a:srgbClr val="0067B1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redenção</a:t>
            </a:r>
            <a:r>
              <a:rPr lang="en-US" sz="1250" i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começa com oferecer."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FFF9E6"/>
          </a:solidFill>
          <a:ln/>
        </p:spPr>
      </p:sp>
      <p:sp>
        <p:nvSpPr>
          <p:cNvPr id="4" name="Text 1"/>
          <p:cNvSpPr/>
          <p:nvPr/>
        </p:nvSpPr>
        <p:spPr>
          <a:xfrm>
            <a:off x="357188" y="1151065"/>
            <a:ext cx="29432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FC7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5º MISTÉRIO GOZOSO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57188" y="1379665"/>
            <a:ext cx="2943225" cy="69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25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 Encontro de Jesus no Templo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357188" y="2285470"/>
            <a:ext cx="2943225" cy="61257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57188" y="2285470"/>
            <a:ext cx="28575" cy="612577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8" name="Text 5"/>
          <p:cNvSpPr/>
          <p:nvPr/>
        </p:nvSpPr>
        <p:spPr>
          <a:xfrm>
            <a:off x="500063" y="2285470"/>
            <a:ext cx="28003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"Por que me procuráveis? Não sabíeis que devo estar na casa de meu Pai?"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00063" y="2742670"/>
            <a:ext cx="28003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067B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Lucas 2,49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57188" y="3112359"/>
            <a:ext cx="2943225" cy="880077"/>
          </a:xfrm>
          <a:prstGeom prst="rect">
            <a:avLst/>
          </a:prstGeom>
          <a:solidFill>
            <a:srgbClr val="0067B1">
              <a:alpha val="5000"/>
            </a:srgbClr>
          </a:solidFill>
          <a:ln w="9144">
            <a:solidFill>
              <a:srgbClr val="0067B1">
                <a:alpha val="1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0063" y="3262378"/>
            <a:ext cx="26574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67B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FRUTO DO MISTÉRIO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00063" y="3439185"/>
            <a:ext cx="233779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Busca de Deus em Todas as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0063" y="3643480"/>
            <a:ext cx="49470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Coisas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300413" y="2214563"/>
            <a:ext cx="714375" cy="71437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866" y="2428875"/>
            <a:ext cx="321469" cy="28575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0"/>
            <a:ext cx="54864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082" y="506899"/>
            <a:ext cx="401836" cy="357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7313" y="1006962"/>
            <a:ext cx="6429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Jesus nos convida a buscar as coisas do Pai</a:t>
            </a:r>
            <a:endParaRPr lang="en-US" sz="2450" dirty="0"/>
          </a:p>
        </p:txBody>
      </p:sp>
      <p:sp>
        <p:nvSpPr>
          <p:cNvPr id="5" name="Text 1"/>
          <p:cNvSpPr/>
          <p:nvPr/>
        </p:nvSpPr>
        <p:spPr>
          <a:xfrm>
            <a:off x="1357313" y="2115638"/>
            <a:ext cx="6429375" cy="891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mistério revela a consciência de Jesus sobre sua missão divina. Ele nos ensina a colocar Deus em primeiro lugar e a buscar a sabedoria que vem do alto.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1357313" y="3435753"/>
            <a:ext cx="6429375" cy="1629473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7" name="Shape 3"/>
          <p:cNvSpPr/>
          <p:nvPr/>
        </p:nvSpPr>
        <p:spPr>
          <a:xfrm>
            <a:off x="1357313" y="3435753"/>
            <a:ext cx="6429375" cy="28575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8" name="Shape 4"/>
          <p:cNvSpPr/>
          <p:nvPr/>
        </p:nvSpPr>
        <p:spPr>
          <a:xfrm>
            <a:off x="1357313" y="5036651"/>
            <a:ext cx="6429375" cy="28575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9" name="Text 5"/>
          <p:cNvSpPr/>
          <p:nvPr/>
        </p:nvSpPr>
        <p:spPr>
          <a:xfrm>
            <a:off x="1785938" y="3750078"/>
            <a:ext cx="55721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spc="2" kern="0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ORAÇÃO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785938" y="3996537"/>
            <a:ext cx="5572125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i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"Jesus, que aos doze anos já revelavas Tua sabedoria divina, ensina-me a buscar sempre as coisas do Pai. Que minha vida seja orientada pela Tua vontade."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16511" y="394692"/>
            <a:ext cx="2110978" cy="435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5900" b="1" dirty="0">
                <a:solidFill>
                  <a:srgbClr val="0067B1">
                    <a:alpha val="2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†</a:t>
            </a:r>
            <a:endParaRPr lang="en-US" sz="25900" dirty="0"/>
          </a:p>
        </p:txBody>
      </p:sp>
      <p:sp>
        <p:nvSpPr>
          <p:cNvPr id="4" name="Text 1"/>
          <p:cNvSpPr/>
          <p:nvPr/>
        </p:nvSpPr>
        <p:spPr>
          <a:xfrm>
            <a:off x="1357313" y="978052"/>
            <a:ext cx="6429375" cy="780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Que os Mistérios Gozosos encham nosso coração de alegria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357313" y="2358191"/>
            <a:ext cx="6429375" cy="1671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44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"Ó Deus, cujo Filho Unigênito, pela sua vida, morte e ressurreição, nos mereceu o prêmio da salvação eterna, concedei-nos, nós Vos pedimos, que, meditando estes mistérios do Santíssimo Rosário da Bem-aventurada Virgem Maria, imitemos o que eles contêm e alcancemos o que prometem. Por Cristo, nosso Senhor."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357313" y="4315467"/>
            <a:ext cx="64293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spc="2" kern="0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AMÉM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57625" y="516136"/>
            <a:ext cx="1428750" cy="142875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659011"/>
            <a:ext cx="1143000" cy="1143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149501" y="2230636"/>
            <a:ext cx="2844998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150" b="1" spc="4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SHALOM</a:t>
            </a:r>
            <a:endParaRPr lang="en-US" sz="4150" dirty="0"/>
          </a:p>
        </p:txBody>
      </p:sp>
      <p:sp>
        <p:nvSpPr>
          <p:cNvPr id="6" name="Text 2"/>
          <p:cNvSpPr/>
          <p:nvPr/>
        </p:nvSpPr>
        <p:spPr>
          <a:xfrm>
            <a:off x="2886968" y="2998589"/>
            <a:ext cx="3370064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>
                    <a:alpha val="90000"/>
                  </a:srgbClr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Comunidade Católica Shalom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3195042" y="3705820"/>
            <a:ext cx="2753916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C7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"A paz do Senhor esteja convosco"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3323630" y="4225528"/>
            <a:ext cx="2496741" cy="401836"/>
          </a:xfrm>
          <a:prstGeom prst="round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086" y="4340721"/>
            <a:ext cx="150019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802261" y="4339828"/>
            <a:ext cx="179665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spc="1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@shalom_orlando_usa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2026-05-06T23:37:43Z</dcterms:created>
  <dcterms:modified xsi:type="dcterms:W3CDTF">2026-05-06T23:37:43Z</dcterms:modified>
</cp:coreProperties>
</file>
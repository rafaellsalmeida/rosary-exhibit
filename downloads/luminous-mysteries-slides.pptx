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1494"/>
            <a:ext cx="9144000" cy="41005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957263"/>
            <a:ext cx="7715250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3" kern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MISTÉRIOS </a:t>
            </a:r>
            <a:r>
              <a:rPr lang="en-US" sz="4150" b="1" spc="3" kern="0" dirty="0">
                <a:solidFill>
                  <a:srgbClr val="FFC72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LUMINOSOS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14375" y="2736056"/>
            <a:ext cx="7715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spc="2" kern="0" dirty="0">
                <a:solidFill>
                  <a:srgbClr val="E5E7E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MEDITAÇÕES DO SANTO ROSÁRIO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286250" y="3334345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3405783"/>
            <a:ext cx="428625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95935" y="4013002"/>
            <a:ext cx="27521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COMUNIDADE CATÓLICA SHALOM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66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771525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571500"/>
            <a:ext cx="35719" cy="80188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571500"/>
            <a:ext cx="750093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Os Mistérios da Luz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928688" y="1130498"/>
            <a:ext cx="75009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1" kern="0" dirty="0">
                <a:solidFill>
                  <a:srgbClr val="FFC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Vida Pública de Jesus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4375" y="1802011"/>
            <a:ext cx="357188" cy="357188"/>
          </a:xfrm>
          <a:prstGeom prst="ellipse">
            <a:avLst/>
          </a:prstGeom>
          <a:solidFill>
            <a:srgbClr val="FFC72C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61" y="1909167"/>
            <a:ext cx="12501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438" y="1802011"/>
            <a:ext cx="31432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Rezados tradicionalmente às </a:t>
            </a:r>
            <a:r>
              <a:rPr lang="en-US" sz="1200" b="1" dirty="0">
                <a:solidFill>
                  <a:srgbClr val="E5E7E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quintas-feiras</a:t>
            </a: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4375" y="2633532"/>
            <a:ext cx="357188" cy="357188"/>
          </a:xfrm>
          <a:prstGeom prst="ellipse">
            <a:avLst/>
          </a:prstGeom>
          <a:solidFill>
            <a:srgbClr val="FFC72C">
              <a:alpha val="1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02" y="2740689"/>
            <a:ext cx="16073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14438" y="2633532"/>
            <a:ext cx="3143250" cy="92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Instituídos por </a:t>
            </a:r>
            <a:r>
              <a:rPr lang="en-US" sz="1200" b="1" dirty="0">
                <a:solidFill>
                  <a:srgbClr val="E5E7E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São João Paulo II</a:t>
            </a: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 </a:t>
            </a: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2002, na Carta Apostólica </a:t>
            </a:r>
            <a:r>
              <a:rPr lang="en-US" sz="12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Rosarium Virginis Mariae</a:t>
            </a: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14375" y="3773658"/>
            <a:ext cx="357188" cy="357188"/>
          </a:xfrm>
          <a:prstGeom prst="ellipse">
            <a:avLst/>
          </a:prstGeom>
          <a:solidFill>
            <a:srgbClr val="FFC72C">
              <a:alpha val="1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02" y="3880814"/>
            <a:ext cx="160734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4438" y="3773658"/>
            <a:ext cx="31432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Contemplam os anos da vida pública de Cristo, do Batismo à Última Ceia.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786313" y="2436521"/>
            <a:ext cx="3643313" cy="15341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4786313" y="2436521"/>
            <a:ext cx="28575" cy="1534120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18" name="Text 12"/>
          <p:cNvSpPr/>
          <p:nvPr/>
        </p:nvSpPr>
        <p:spPr>
          <a:xfrm>
            <a:off x="5072063" y="2722271"/>
            <a:ext cx="307181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"Na verdade, todo o mistério de Cristo é luz. Ele é a 'luz do mundo' (Jo 8, 12)."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072063" y="3509869"/>
            <a:ext cx="30718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São João Paulo II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5025" y="962118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1º MISTÉRIO LUMINOSO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915025" y="1190718"/>
            <a:ext cx="28003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 Batismo de Jesus no Jordão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6079331" y="2607971"/>
            <a:ext cx="26360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"Este é o meu Filho amado, em quem me comprazo."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079331" y="3108034"/>
            <a:ext cx="26360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Mateus 3, 17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915025" y="3549160"/>
            <a:ext cx="2800350" cy="63222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057900" y="3692035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6057900" y="3863485"/>
            <a:ext cx="25146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Fidelidade às promessas do Batismo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Revelação da Trindade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917972"/>
            <a:ext cx="771525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 SOBRE O BATISMO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1469827"/>
            <a:ext cx="3750469" cy="15153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1469827"/>
            <a:ext cx="28575" cy="1515368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7" y="1787277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1594" y="1789063"/>
            <a:ext cx="114121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 Céu se Abre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28688" y="2128391"/>
            <a:ext cx="3321844" cy="578644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Deus rompe a distância entre Ele e a humanidade. O silêncio é quebrado e o acesso ao Pai é restaurado.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79156" y="1469827"/>
            <a:ext cx="3750469" cy="15153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469827"/>
            <a:ext cx="28575" cy="1515368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883718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86375" y="1885504"/>
            <a:ext cx="183415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 Espírito Santo Desce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93469" y="2224832"/>
            <a:ext cx="3321844" cy="385763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unção para a missão. O Espírito repousa sobre Jesus, capacitando-O para anunciar o Reino.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14375" y="3199507"/>
            <a:ext cx="3750469" cy="15153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14375" y="3199507"/>
            <a:ext cx="28575" cy="1515368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47" y="3613398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1594" y="3615184"/>
            <a:ext cx="99655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Voz do Pai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28688" y="3954512"/>
            <a:ext cx="3321844" cy="385763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"Este é o meu Filho amado." A identidade de Jesus é revelada publicamente pelo próprio Pai.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679156" y="3199507"/>
            <a:ext cx="3750469" cy="15153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679156" y="3199507"/>
            <a:ext cx="28575" cy="1515368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830" y="3516957"/>
            <a:ext cx="225028" cy="2000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86375" y="3518743"/>
            <a:ext cx="199310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Solidariedade Redentora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893469" y="3858071"/>
            <a:ext cx="3321844" cy="578644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Jesus, sem pecado, entra nas águas com os pecadores, assumindo sobre Si a nossa humanidade ferida.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150702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2º MISTÉRIO LUMINOSO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28625" y="1379302"/>
            <a:ext cx="28003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As Bodas de Caná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92931" y="2419387"/>
            <a:ext cx="26360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"Sua mãe disse aos serventes: Fazei tudo o que Ele vos disser."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92931" y="2919450"/>
            <a:ext cx="26360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João 2, 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28625" y="3360576"/>
            <a:ext cx="2800350" cy="63222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503451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71500" y="3674901"/>
            <a:ext cx="25146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Confiança na intercessão de Maria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REFLEXÃO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14375" y="639366"/>
            <a:ext cx="771525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 Primeiro Milagre e a Fé de Maria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357313" y="16216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1656" y="1657350"/>
            <a:ext cx="59650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Sensibilidade Materna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1656" y="1884164"/>
            <a:ext cx="5965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percebe a necessidade ("Eles não têm mais vinho") antes de qualquer outra pessoa, mostrando seu cuidado atento.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357313" y="248423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21656" y="2519958"/>
            <a:ext cx="59650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Intercessão Confiante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1656" y="2746772"/>
            <a:ext cx="5965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diante da resposta misteriosa de Jesus ("Ainda não chegou a minha hora"), ela confia plenamente em Seu poder.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57313" y="334684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21656" y="3382566"/>
            <a:ext cx="59650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Ordinário Transformado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1656" y="3609380"/>
            <a:ext cx="5965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água simples do dia a dia se torna o vinho extraordinário da festa. Pela fé, Deus transforma nossa realidade.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4375" y="4423767"/>
            <a:ext cx="77152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1" kern="0" dirty="0">
                <a:solidFill>
                  <a:srgbClr val="9CA3A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"FAZEI TUDO O QUE ELE VOS DISSER"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143558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3º MISTÉRIO LUMINOSO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625" y="1372158"/>
            <a:ext cx="28003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 Anúncio do Reino de Deus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2412243"/>
            <a:ext cx="2800350" cy="6554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412243"/>
            <a:ext cx="21431" cy="655439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412243"/>
            <a:ext cx="2657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"Convertei-vos, porque o Reino dos Céus está próximo."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" y="2912306"/>
            <a:ext cx="26574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Mateus 4, 17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8625" y="3353433"/>
            <a:ext cx="2800350" cy="64650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C72C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3503451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71500" y="3674901"/>
            <a:ext cx="25146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Conversão e confiança em Deus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600000">
            <a:off x="485775" y="1701105"/>
            <a:ext cx="8172450" cy="174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350" b="1" dirty="0">
                <a:solidFill>
                  <a:srgbClr val="FFFFFF">
                    <a:alpha val="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METANOIA</a:t>
            </a:r>
            <a:endParaRPr lang="en-US" sz="10350" dirty="0"/>
          </a:p>
        </p:txBody>
      </p:sp>
      <p:sp>
        <p:nvSpPr>
          <p:cNvPr id="4" name="Text 1"/>
          <p:cNvSpPr/>
          <p:nvPr/>
        </p:nvSpPr>
        <p:spPr>
          <a:xfrm>
            <a:off x="714375" y="571500"/>
            <a:ext cx="771525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 Convite à Conversão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103709"/>
            <a:ext cx="7715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REFLEXÃO SOBRE O 3º MISTÉRIO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4375" y="2095630"/>
            <a:ext cx="34718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REINO É RELAÇÃO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2481393"/>
            <a:ext cx="3471863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não inaugura Seu ministério com uma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condenação, mas com um </a:t>
            </a:r>
            <a:r>
              <a:rPr lang="en-US" sz="1100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convite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 Reino de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Deus não é um lugar geográfico, mas o próprio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Deus reinando em nossos corações.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957763" y="1991153"/>
            <a:ext cx="34718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METANOIA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57763" y="2269759"/>
            <a:ext cx="34718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>
                    <a:alpha val="50000"/>
                  </a:srgbClr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(Mudança de Mente)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57763" y="2585870"/>
            <a:ext cx="3471863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Converter-se não é apenas mudar de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comportamento, é mudar de </a:t>
            </a:r>
            <a:r>
              <a:rPr lang="en-US" sz="1100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mentalidade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É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reorientar toda a vida para a Luz, sabendo que </a:t>
            </a:r>
            <a:r>
              <a:rPr lang="en-US" sz="11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perdão está sempre disponível.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4375" y="4377333"/>
            <a:ext cx="771525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tempo completou-se e o Reino de Deus está próximo."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5025" y="847818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4º MISTÉRIO LUMINOSO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915025" y="1076418"/>
            <a:ext cx="28003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 Transfiguração de Jesus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6079331" y="2493671"/>
            <a:ext cx="263604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"Seu rosto brilhou como o sol e suas vestes tornaram-se brancas como a luz."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079331" y="3208046"/>
            <a:ext cx="26360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Mateus 17, 2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915025" y="3649173"/>
            <a:ext cx="2800350" cy="64650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C72C">
                <a:alpha val="1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57900" y="3799191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6057900" y="3970641"/>
            <a:ext cx="25146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Desejo de santidade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Por que a Transfiguração?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960834"/>
            <a:ext cx="7715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CONTEXTO TEOLÓGICO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1562695"/>
            <a:ext cx="2314575" cy="1791295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85913" y="1705570"/>
            <a:ext cx="571500" cy="571500"/>
          </a:xfrm>
          <a:prstGeom prst="ellipse">
            <a:avLst/>
          </a:prstGeom>
          <a:solidFill>
            <a:srgbClr val="1F2937"/>
          </a:solidFill>
          <a:ln w="18288">
            <a:solidFill>
              <a:srgbClr val="3741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3" y="18770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2419945"/>
            <a:ext cx="20288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Anúncio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57250" y="2682478"/>
            <a:ext cx="2028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anuncia pela primeira vez que irá sofrer e morrer em Jerusalém (Mt 16,21).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414713" y="1562695"/>
            <a:ext cx="2314575" cy="1791295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86250" y="1705570"/>
            <a:ext cx="571500" cy="571500"/>
          </a:xfrm>
          <a:prstGeom prst="ellipse">
            <a:avLst/>
          </a:prstGeom>
          <a:solidFill>
            <a:srgbClr val="1F2937"/>
          </a:solidFill>
          <a:ln w="18288">
            <a:solidFill>
              <a:srgbClr val="37415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8770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7588" y="2419945"/>
            <a:ext cx="20288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Escândalo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57588" y="2682478"/>
            <a:ext cx="2028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apóstolos ficam aterrorizados. Pedro tenta impedir. Como o Messias pode morrer?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115050" y="1562695"/>
            <a:ext cx="2314575" cy="1791295"/>
          </a:xfrm>
          <a:prstGeom prst="rect">
            <a:avLst/>
          </a:prstGeom>
          <a:solidFill>
            <a:srgbClr val="111827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86588" y="1705570"/>
            <a:ext cx="571500" cy="571500"/>
          </a:xfrm>
          <a:prstGeom prst="ellipse">
            <a:avLst/>
          </a:prstGeom>
          <a:solidFill>
            <a:srgbClr val="FFC72C">
              <a:alpha val="10000"/>
            </a:srgbClr>
          </a:solidFill>
          <a:ln w="18288">
            <a:solidFill>
              <a:srgbClr val="FFC72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038" y="18770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57925" y="2419945"/>
            <a:ext cx="20288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Preparação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57925" y="2682478"/>
            <a:ext cx="2028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leva os três líderes ao monte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mostrar Sua glória </a:t>
            </a:r>
            <a:r>
              <a:rPr lang="en-US" sz="800" b="1" dirty="0">
                <a:solidFill>
                  <a:srgbClr val="D1D5D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antes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escuridão da Cruz.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14375" y="3768328"/>
            <a:ext cx="7715250" cy="896541"/>
          </a:xfrm>
          <a:prstGeom prst="rect">
            <a:avLst/>
          </a:prstGeom>
          <a:solidFill>
            <a:srgbClr val="0067B1">
              <a:alpha val="1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714375" y="3768328"/>
            <a:ext cx="28575" cy="89654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2" name="Text 16"/>
          <p:cNvSpPr/>
          <p:nvPr/>
        </p:nvSpPr>
        <p:spPr>
          <a:xfrm>
            <a:off x="928688" y="3982641"/>
            <a:ext cx="7286625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"A Transfiguração foi o antídoto divino para que a fé dos apóstolos não morresse diante do </a:t>
            </a:r>
            <a:r>
              <a:rPr lang="en-US" sz="12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escândalo da Cruz</a:t>
            </a:r>
            <a:r>
              <a:rPr lang="en-US" sz="1250" dirty="0">
                <a:solidFill>
                  <a:srgbClr val="FFFFFF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."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 que aconteceu no Monte Tabor?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960834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TEOFANIA TRINITÁRIA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491258"/>
            <a:ext cx="2524116" cy="3223617"/>
          </a:xfrm>
          <a:prstGeom prst="rect">
            <a:avLst/>
          </a:prstGeom>
          <a:solidFill>
            <a:srgbClr val="111827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91258"/>
            <a:ext cx="2524116" cy="28575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7" name="Shape 4"/>
          <p:cNvSpPr/>
          <p:nvPr/>
        </p:nvSpPr>
        <p:spPr>
          <a:xfrm>
            <a:off x="1583513" y="1705570"/>
            <a:ext cx="500063" cy="500063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44" y="184130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168" y="2348508"/>
            <a:ext cx="201275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JESUS TRANSFIGURADO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14375" y="2646759"/>
            <a:ext cx="22383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humanidade deixa transparecer Sua </a:t>
            </a:r>
            <a:r>
              <a:rPr lang="en-US" sz="800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Divindade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Seu rosto brilha como o sol,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revelando que Ele é a própria Luz de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Deus encarnada.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46825" y="1410667"/>
            <a:ext cx="2650321" cy="3384798"/>
          </a:xfrm>
          <a:prstGeom prst="rect">
            <a:avLst/>
          </a:prstGeom>
          <a:solidFill>
            <a:srgbClr val="111827">
              <a:alpha val="8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246825" y="1410667"/>
            <a:ext cx="2650321" cy="2857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3" name="Shape 9"/>
          <p:cNvSpPr/>
          <p:nvPr/>
        </p:nvSpPr>
        <p:spPr>
          <a:xfrm>
            <a:off x="4309438" y="1635696"/>
            <a:ext cx="525066" cy="525066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954" y="1778213"/>
            <a:ext cx="270034" cy="2400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573" y="2310780"/>
            <a:ext cx="1370796" cy="20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MOISÉS E ELIAS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96844" y="2623944"/>
            <a:ext cx="2350284" cy="768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Representam a </a:t>
            </a:r>
            <a:r>
              <a:rPr lang="en-US" sz="800" b="1" dirty="0">
                <a:solidFill>
                  <a:srgbClr val="D1D5D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Lei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os </a:t>
            </a:r>
            <a:r>
              <a:rPr lang="en-US" sz="800" b="1" dirty="0">
                <a:solidFill>
                  <a:srgbClr val="D1D5DB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Profetas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presença deles confirma que Jesus é o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Messias esperado, o cumprimento de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 a Escritura.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048356" y="1491258"/>
            <a:ext cx="2524116" cy="3223617"/>
          </a:xfrm>
          <a:prstGeom prst="rect">
            <a:avLst/>
          </a:prstGeom>
          <a:solidFill>
            <a:srgbClr val="111827">
              <a:alpha val="7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048356" y="1491258"/>
            <a:ext cx="2524116" cy="28575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0369" y="1705570"/>
            <a:ext cx="500063" cy="500063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525" y="1841302"/>
            <a:ext cx="2857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62985" y="2348508"/>
            <a:ext cx="149483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NUVEM E A VOZ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91231" y="2646759"/>
            <a:ext cx="223836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Nuvem luminosa (Shekinah) manifesta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Espírito Santo. A Voz do Pai confirma a 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filiação e dá a ordem suprema: </a:t>
            </a:r>
            <a:r>
              <a:rPr lang="en-US" sz="800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"Ouvi-O!"</a:t>
            </a: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spc="2" kern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 </a:t>
            </a:r>
            <a:r>
              <a:rPr lang="en-US" sz="2850" b="1" spc="2" kern="0" dirty="0">
                <a:solidFill>
                  <a:srgbClr val="FFC72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'SPOILER'</a:t>
            </a:r>
            <a:r>
              <a:rPr lang="en-US" sz="2850" b="1" spc="2" kern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DA RESSURREIÇÃO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14375" y="987623"/>
            <a:ext cx="7715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3" kern="0" dirty="0">
                <a:solidFill>
                  <a:srgbClr val="9CA3A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Glória que virá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57313" y="1505545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"Jesus mostrou aos apóstolos como Ele seria DEPOIS de ressuscitar, para garantir que a Cruz não seria o fim da história."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375" y="2894223"/>
            <a:ext cx="2381241" cy="15929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2894223"/>
            <a:ext cx="2381241" cy="21431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5"/>
          <p:cNvSpPr/>
          <p:nvPr/>
        </p:nvSpPr>
        <p:spPr>
          <a:xfrm>
            <a:off x="892969" y="3072817"/>
            <a:ext cx="20240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 Antecipação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2969" y="3372855"/>
            <a:ext cx="202405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 de enfrentar a humilhação da Paixão, Jesus revela Sua glória divina. É uma prova visual de que Ele é Deus e tem poder sobre a morte.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81366" y="2894223"/>
            <a:ext cx="2381241" cy="1592973"/>
          </a:xfrm>
          <a:prstGeom prst="rect">
            <a:avLst/>
          </a:prstGeom>
          <a:solidFill>
            <a:srgbClr val="FFC72C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381366" y="2894223"/>
            <a:ext cx="2381241" cy="2143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2" name="Text 9"/>
          <p:cNvSpPr/>
          <p:nvPr/>
        </p:nvSpPr>
        <p:spPr>
          <a:xfrm>
            <a:off x="3559959" y="3072817"/>
            <a:ext cx="20240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 Tentação de Pedro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59959" y="3372855"/>
            <a:ext cx="202405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"Façamos três tendas". Pedro queria eternizar o momento de glória e pular a cruz. Mas a glória do Tabor é combustível para a caminhada, não ponto de chegada (ainda).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48356" y="2894223"/>
            <a:ext cx="2381241" cy="159297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48356" y="2894223"/>
            <a:ext cx="2381241" cy="21431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16" name="Text 13"/>
          <p:cNvSpPr/>
          <p:nvPr/>
        </p:nvSpPr>
        <p:spPr>
          <a:xfrm>
            <a:off x="6226950" y="3072817"/>
            <a:ext cx="20240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 Esperança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26950" y="3372855"/>
            <a:ext cx="202405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desceram do monte para enfrentar o Calvário, mas agora levavam no coração a imagem da Luz. A Transfiguração é a certeza de que o sofrimento é passageiro.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14375" y="4579144"/>
            <a:ext cx="7715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 Teológica sobre o 4º Mistério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143558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5º MISTÉRIO LUMINOSO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625" y="1372158"/>
            <a:ext cx="28003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 Instituição da Eucaristia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2412243"/>
            <a:ext cx="2800350" cy="6554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412243"/>
            <a:ext cx="21431" cy="655439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412243"/>
            <a:ext cx="2657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"Isto é o meu Corpo, que será entregue por vós."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" y="2912306"/>
            <a:ext cx="26574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Lucas 22, 19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8625" y="3353433"/>
            <a:ext cx="2800350" cy="64650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C72C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3503451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C72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71500" y="3674901"/>
            <a:ext cx="25146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Amor à Eucaristia e adoração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00438" y="1757363"/>
            <a:ext cx="2143125" cy="2143125"/>
          </a:xfrm>
          <a:prstGeom prst="ellipse">
            <a:avLst/>
          </a:prstGeom>
          <a:solidFill>
            <a:srgbClr val="000000">
              <a:alpha val="0"/>
            </a:srgbClr>
          </a:solidFill>
          <a:ln w="9144">
            <a:solidFill>
              <a:srgbClr val="FFC72C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6035" y="2519958"/>
            <a:ext cx="1151930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Presença</a:t>
            </a:r>
            <a:r>
              <a:rPr lang="en-US" sz="16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
</a:t>
            </a:r>
            <a:r>
              <a:rPr lang="en-US" sz="16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Real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65499" y="428625"/>
            <a:ext cx="4013002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Maior Dom de Jesus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565499" y="917972"/>
            <a:ext cx="4013002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 SOBRE A EUCARISTIA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2938" y="1541264"/>
            <a:ext cx="3714750" cy="944761"/>
          </a:xfrm>
          <a:prstGeom prst="rect">
            <a:avLst/>
          </a:prstGeom>
          <a:solidFill>
            <a:srgbClr val="111827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1541264"/>
            <a:ext cx="21431" cy="944761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742182"/>
            <a:ext cx="14466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7630" y="1719858"/>
            <a:ext cx="8822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Promessa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21531" y="1964531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não quis nos deixar órfãos. "Eis que estarei convosco todos os dias, até o fim dos tempos" (Mt 28,20).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86313" y="1541264"/>
            <a:ext cx="3714750" cy="944761"/>
          </a:xfrm>
          <a:prstGeom prst="rect">
            <a:avLst/>
          </a:prstGeom>
          <a:solidFill>
            <a:srgbClr val="111827">
              <a:alpha val="6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786313" y="1541264"/>
            <a:ext cx="21431" cy="944761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06" y="1742182"/>
            <a:ext cx="160734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97078" y="1719858"/>
            <a:ext cx="8465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Sacrifício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964906" y="1964531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Santa Missa não é uma encenação, mas a atualização incruenta do mesmo e único sacrifício do Calvário.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42938" y="3557588"/>
            <a:ext cx="3714750" cy="944761"/>
          </a:xfrm>
          <a:prstGeom prst="rect">
            <a:avLst/>
          </a:prstGeom>
          <a:solidFill>
            <a:srgbClr val="111827">
              <a:alpha val="6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2938" y="3557588"/>
            <a:ext cx="21431" cy="944761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3758505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1556" y="3736181"/>
            <a:ext cx="7625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Mistério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21531" y="3980855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Sob as aparências de pão e vinho, está verdadeiramente presente o Corpo, Sangue, Alma e Divindade de Cristo.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4786313" y="3557588"/>
            <a:ext cx="3714750" cy="944761"/>
          </a:xfrm>
          <a:prstGeom prst="rect">
            <a:avLst/>
          </a:prstGeom>
          <a:solidFill>
            <a:srgbClr val="111827">
              <a:alpha val="6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786313" y="3557588"/>
            <a:ext cx="21431" cy="944761"/>
          </a:xfrm>
          <a:prstGeom prst="rect">
            <a:avLst/>
          </a:prstGeom>
          <a:solidFill>
            <a:srgbClr val="0067B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06" y="3758505"/>
            <a:ext cx="160734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7078" y="3736181"/>
            <a:ext cx="9697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Comunhão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964906" y="3980855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Comungar não é apenas receber algo, é receber Alguém. É Deus que vem habitar fisicamente em nós.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7447359" y="4734520"/>
            <a:ext cx="105370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COMUNIDADE SHALOM</a:t>
            </a:r>
            <a:endParaRPr lang="en-US" sz="6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643438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3502" y="1149976"/>
            <a:ext cx="1676995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4" kern="0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Oração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071563" y="1896498"/>
            <a:ext cx="7000875" cy="1463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"Senhor Jesus, </a:t>
            </a: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Luz do Mundo</a:t>
            </a:r>
            <a:r>
              <a:rPr lang="en-US" sz="17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ilumina nossos caminhos. </a:t>
            </a:r>
            <a:r>
              <a:rPr lang="en-US" sz="17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Que, ao contemplar Tua glória na Transfiguração, tenhamos </a:t>
            </a:r>
            <a:r>
              <a:rPr lang="en-US" sz="17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força para carregar nossas cruzes, sabendo que a </a:t>
            </a: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ressurreição</a:t>
            </a:r>
            <a:r>
              <a:rPr lang="en-US" sz="17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nos espera."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143375" y="3645266"/>
            <a:ext cx="85725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spc="2" kern="0" dirty="0">
                <a:solidFill>
                  <a:srgbClr val="0067B1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Amém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36219" y="760809"/>
            <a:ext cx="1071563" cy="1071563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939403"/>
            <a:ext cx="714375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7306" y="2118122"/>
            <a:ext cx="652938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COMUNIDADE CATÓLICA SHALOM</a:t>
            </a:r>
            <a:endParaRPr lang="en-US" sz="24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193" y="3098602"/>
            <a:ext cx="150019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33515" y="3064669"/>
            <a:ext cx="179843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@shalom_orlando_usa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527" y="3475434"/>
            <a:ext cx="128588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777133" y="3441502"/>
            <a:ext cx="3911203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1311 Winter Garden Vineland Rd - Shalom House</a:t>
            </a:r>
            <a:endParaRPr lang="en-US" sz="1250" dirty="0"/>
          </a:p>
        </p:txBody>
      </p:sp>
      <p:sp>
        <p:nvSpPr>
          <p:cNvPr id="10" name="Text 4"/>
          <p:cNvSpPr/>
          <p:nvPr/>
        </p:nvSpPr>
        <p:spPr>
          <a:xfrm>
            <a:off x="2519065" y="4104084"/>
            <a:ext cx="410587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"A paz do Senhor esteja convosco!"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2026-05-06T23:35:40Z</dcterms:created>
  <dcterms:modified xsi:type="dcterms:W3CDTF">2026-05-06T23:35:40Z</dcterms:modified>
</cp:coreProperties>
</file>
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0" y="571500"/>
            <a:ext cx="5715000" cy="2823567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428875" y="1007269"/>
            <a:ext cx="4286250" cy="125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spc="2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MISTÉRIOS GLORIOSOS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2428875" y="2403872"/>
            <a:ext cx="428625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00" spc="1" kern="0" dirty="0">
                <a:solidFill>
                  <a:srgbClr val="FFC72C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Meditações do Santo Rosário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3" y="3816548"/>
            <a:ext cx="7143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0559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365907"/>
            <a:ext cx="2357438" cy="1440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Vitória de Cristo e a Glória de Maria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285750" y="2948918"/>
            <a:ext cx="2357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Mistérios Gloriosos são rezados às quartas-feiras e domingos. Eles nos convidam a contemplar os momentos de triunfo na vida de Jesus e de Nossa Senhora.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429000" y="1393031"/>
            <a:ext cx="357188" cy="357188"/>
          </a:xfrm>
          <a:prstGeom prst="ellipse">
            <a:avLst/>
          </a:prstGeom>
          <a:solidFill>
            <a:srgbClr val="0067B1">
              <a:alpha val="10000"/>
            </a:srgbClr>
          </a:solidFill>
          <a:ln w="18288">
            <a:solidFill>
              <a:srgbClr val="0067B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29000" y="1393031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29063" y="1450181"/>
            <a:ext cx="247888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Ressurreição de Jesus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29000" y="1893094"/>
            <a:ext cx="357188" cy="357188"/>
          </a:xfrm>
          <a:prstGeom prst="ellipse">
            <a:avLst/>
          </a:prstGeom>
          <a:solidFill>
            <a:srgbClr val="0067B1">
              <a:alpha val="10000"/>
            </a:srgbClr>
          </a:solidFill>
          <a:ln w="18288">
            <a:solidFill>
              <a:srgbClr val="0067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9000" y="189309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29063" y="1950244"/>
            <a:ext cx="289500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Ascensão de Jesus ao Céu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29000" y="2393156"/>
            <a:ext cx="357188" cy="357188"/>
          </a:xfrm>
          <a:prstGeom prst="ellipse">
            <a:avLst/>
          </a:prstGeom>
          <a:solidFill>
            <a:srgbClr val="0067B1">
              <a:alpha val="10000"/>
            </a:srgbClr>
          </a:solidFill>
          <a:ln w="18288">
            <a:solidFill>
              <a:srgbClr val="0067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9000" y="2393156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29063" y="2450306"/>
            <a:ext cx="260746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Vinda do Espírito Santo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29000" y="2893219"/>
            <a:ext cx="357188" cy="357188"/>
          </a:xfrm>
          <a:prstGeom prst="ellipse">
            <a:avLst/>
          </a:prstGeom>
          <a:solidFill>
            <a:srgbClr val="0067B1">
              <a:alpha val="10000"/>
            </a:srgbClr>
          </a:solidFill>
          <a:ln w="18288">
            <a:solidFill>
              <a:srgbClr val="0067B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2893219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29063" y="2950369"/>
            <a:ext cx="2146697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Assunção de Maria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29000" y="3393281"/>
            <a:ext cx="357188" cy="357188"/>
          </a:xfrm>
          <a:prstGeom prst="ellipse">
            <a:avLst/>
          </a:prstGeom>
          <a:solidFill>
            <a:srgbClr val="0067B1">
              <a:alpha val="10000"/>
            </a:srgbClr>
          </a:solidFill>
          <a:ln w="18288">
            <a:solidFill>
              <a:srgbClr val="0067B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3393281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29063" y="3450431"/>
            <a:ext cx="211633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Coroação de Maria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1181956"/>
            <a:ext cx="29432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FC7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1º MISTÉRIO GLORIOSO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57188" y="1410556"/>
            <a:ext cx="294322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Ressurreição de Jesus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57188" y="2379204"/>
            <a:ext cx="2943225" cy="6161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57188" y="2379204"/>
            <a:ext cx="28575" cy="61614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8" name="Text 5"/>
          <p:cNvSpPr/>
          <p:nvPr/>
        </p:nvSpPr>
        <p:spPr>
          <a:xfrm>
            <a:off x="500063" y="2379204"/>
            <a:ext cx="2800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"Ele não está aqui; ressuscitou, como tinha dito."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0063" y="2839975"/>
            <a:ext cx="28003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Mateus 28,6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57188" y="3281102"/>
            <a:ext cx="2943225" cy="680442"/>
          </a:xfrm>
          <a:prstGeom prst="rect">
            <a:avLst/>
          </a:prstGeom>
          <a:solidFill>
            <a:srgbClr val="0067B1">
              <a:alpha val="5000"/>
            </a:srgbClr>
          </a:solidFill>
          <a:ln w="9144">
            <a:solidFill>
              <a:srgbClr val="0067B1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063" y="3431121"/>
            <a:ext cx="26574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00063" y="3602571"/>
            <a:ext cx="37683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Fé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0"/>
            <a:ext cx="5486400" cy="51435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74709" y="2214563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740" y="2428875"/>
            <a:ext cx="214313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898745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Ressurreição é a garantia da nossa própria ressurreição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357313" y="2007422"/>
            <a:ext cx="6429375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Ressurreição de Cristo não é apenas um evento histórico, mas uma promessa para cada um de nós. Assim como Cristo venceu a morte, também nós somos chamados a ressuscitar com Ele para a vida eterna.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2000250" y="3716117"/>
            <a:ext cx="5429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ORAÇÃO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000250" y="3980436"/>
            <a:ext cx="54292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"Senhor Jesus, aumenta a minha fé na Tua Ressurreição gloriosa. Que eu possa viver como ressuscitado, testemunhando a esperança que não decepciona."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6" name="Shape 2"/>
          <p:cNvSpPr/>
          <p:nvPr/>
        </p:nvSpPr>
        <p:spPr>
          <a:xfrm>
            <a:off x="5486400" y="0"/>
            <a:ext cx="7144" cy="5143500"/>
          </a:xfrm>
          <a:prstGeom prst="rect">
            <a:avLst/>
          </a:prstGeom>
          <a:solidFill>
            <a:srgbClr val="E6F0F7"/>
          </a:solidFill>
          <a:ln/>
        </p:spPr>
      </p:sp>
      <p:sp>
        <p:nvSpPr>
          <p:cNvPr id="7" name="Text 3"/>
          <p:cNvSpPr/>
          <p:nvPr/>
        </p:nvSpPr>
        <p:spPr>
          <a:xfrm>
            <a:off x="5843588" y="1084622"/>
            <a:ext cx="29432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spc="1" kern="0" dirty="0">
                <a:solidFill>
                  <a:srgbClr val="FFC7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2º MISTÉRIO GLORIOSO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843588" y="1313222"/>
            <a:ext cx="294322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Ascensão de Jesus ao Céu</a:t>
            </a:r>
            <a:endParaRPr lang="en-US" sz="2450" dirty="0"/>
          </a:p>
        </p:txBody>
      </p:sp>
      <p:sp>
        <p:nvSpPr>
          <p:cNvPr id="9" name="Shape 5"/>
          <p:cNvSpPr/>
          <p:nvPr/>
        </p:nvSpPr>
        <p:spPr>
          <a:xfrm>
            <a:off x="5843588" y="2281870"/>
            <a:ext cx="2943225" cy="81081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8758238" y="2281870"/>
            <a:ext cx="28575" cy="81081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1" name="Text 7"/>
          <p:cNvSpPr/>
          <p:nvPr/>
        </p:nvSpPr>
        <p:spPr>
          <a:xfrm>
            <a:off x="5843588" y="2281870"/>
            <a:ext cx="2800350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"Depois de lhes ter falado, o Senhor Jesus foi elevado ao céu e sentou-se à direita de Deus."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843588" y="2937309"/>
            <a:ext cx="28003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Marcos 16,19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843588" y="3378436"/>
            <a:ext cx="2943225" cy="680442"/>
          </a:xfrm>
          <a:prstGeom prst="rect">
            <a:avLst/>
          </a:prstGeom>
          <a:solidFill>
            <a:srgbClr val="0067B1">
              <a:alpha val="5000"/>
            </a:srgbClr>
          </a:solidFill>
          <a:ln w="9144">
            <a:solidFill>
              <a:srgbClr val="0067B1">
                <a:alpha val="1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86463" y="3528454"/>
            <a:ext cx="26574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7581305" y="3699904"/>
            <a:ext cx="106263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Esperança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129213" y="2214563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806" y="2428875"/>
            <a:ext cx="357188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571500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Jesus nos prepara um lugar junto ao Pai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357313" y="1865914"/>
            <a:ext cx="6429375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Ascensão de Jesus não é uma despedida, mas uma promessa. Ele foi preparar um lugar para nós e permanece conosco através do Espírito Santo e da Eucaristia.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57313" y="3254592"/>
            <a:ext cx="6429375" cy="1589484"/>
          </a:xfrm>
          <a:prstGeom prst="rect">
            <a:avLst/>
          </a:prstGeom>
          <a:solidFill>
            <a:srgbClr val="E6F4FF"/>
          </a:solidFill>
          <a:ln/>
        </p:spPr>
      </p:sp>
      <p:sp>
        <p:nvSpPr>
          <p:cNvPr id="6" name="Shape 3"/>
          <p:cNvSpPr/>
          <p:nvPr/>
        </p:nvSpPr>
        <p:spPr>
          <a:xfrm>
            <a:off x="1357313" y="3254592"/>
            <a:ext cx="57150" cy="1589484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7" name="Text 4"/>
          <p:cNvSpPr/>
          <p:nvPr/>
        </p:nvSpPr>
        <p:spPr>
          <a:xfrm>
            <a:off x="1785938" y="3540342"/>
            <a:ext cx="55721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C7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ORAÇÃO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785938" y="3786801"/>
            <a:ext cx="557212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0067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"Senhor Jesus, que subiste aos Céus, eleva o meu coração às coisas do alto. Que eu viva com os olhos fixos na eternidade, buscando sempre o Reino de Deus."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5129213" y="2214563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384" y="2428875"/>
            <a:ext cx="250031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43588" y="987289"/>
            <a:ext cx="29432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FC7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3º MISTÉRIO GLORIOSO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5843588" y="1215889"/>
            <a:ext cx="294322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Vinda do Espírito Santo</a:t>
            </a:r>
            <a:endParaRPr lang="en-US" sz="2450" dirty="0"/>
          </a:p>
        </p:txBody>
      </p:sp>
      <p:sp>
        <p:nvSpPr>
          <p:cNvPr id="10" name="Shape 5"/>
          <p:cNvSpPr/>
          <p:nvPr/>
        </p:nvSpPr>
        <p:spPr>
          <a:xfrm>
            <a:off x="5843588" y="2184536"/>
            <a:ext cx="2943225" cy="100548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6"/>
          <p:cNvSpPr/>
          <p:nvPr/>
        </p:nvSpPr>
        <p:spPr>
          <a:xfrm>
            <a:off x="5843588" y="2184536"/>
            <a:ext cx="28575" cy="1005483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2" name="Text 7"/>
          <p:cNvSpPr/>
          <p:nvPr/>
        </p:nvSpPr>
        <p:spPr>
          <a:xfrm>
            <a:off x="5986463" y="2184536"/>
            <a:ext cx="2800350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"Todos ficaram cheios do Espírito Santo e começaram a falar em outras línguas, conforme o Espírito lhes concedia que falassem."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986463" y="3034643"/>
            <a:ext cx="28003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Atos 2,4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5843588" y="3475769"/>
            <a:ext cx="2943225" cy="680442"/>
          </a:xfrm>
          <a:prstGeom prst="rect">
            <a:avLst/>
          </a:prstGeom>
          <a:solidFill>
            <a:srgbClr val="0067B1">
              <a:alpha val="5000"/>
            </a:srgbClr>
          </a:solidFill>
          <a:ln w="9144">
            <a:solidFill>
              <a:srgbClr val="0067B1">
                <a:alpha val="10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986463" y="3625788"/>
            <a:ext cx="26574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5986463" y="3797238"/>
            <a:ext cx="130730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Amor a Deus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5" y="2643188"/>
            <a:ext cx="2500313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793347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Espírito Santo nos capacita para a missão evangelizadora</a:t>
            </a:r>
            <a:endParaRPr lang="en-US" sz="2450" dirty="0"/>
          </a:p>
        </p:txBody>
      </p:sp>
      <p:sp>
        <p:nvSpPr>
          <p:cNvPr id="5" name="Text 1"/>
          <p:cNvSpPr/>
          <p:nvPr/>
        </p:nvSpPr>
        <p:spPr>
          <a:xfrm>
            <a:off x="1357313" y="2144911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Pentecostes é o nascimento da Igreja. O mesmo Espírito que transformou os Apóstolos em corajosos anunciadores do Evangelho age em nós hoje, concedendo-nos os dons necessários para a missão.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1357313" y="3396462"/>
            <a:ext cx="6429375" cy="1525191"/>
          </a:xfrm>
          <a:prstGeom prst="rect">
            <a:avLst/>
          </a:prstGeom>
          <a:solidFill>
            <a:srgbClr val="E6F4FF"/>
          </a:solidFill>
          <a:ln/>
        </p:spPr>
      </p:sp>
      <p:sp>
        <p:nvSpPr>
          <p:cNvPr id="7" name="Shape 3"/>
          <p:cNvSpPr/>
          <p:nvPr/>
        </p:nvSpPr>
        <p:spPr>
          <a:xfrm>
            <a:off x="1357313" y="3396462"/>
            <a:ext cx="42863" cy="1525191"/>
          </a:xfrm>
          <a:prstGeom prst="rect">
            <a:avLst/>
          </a:prstGeom>
          <a:solidFill>
            <a:srgbClr val="0067B1"/>
          </a:solidFill>
          <a:ln/>
        </p:spPr>
      </p:sp>
      <p:sp>
        <p:nvSpPr>
          <p:cNvPr id="8" name="Shape 4"/>
          <p:cNvSpPr/>
          <p:nvPr/>
        </p:nvSpPr>
        <p:spPr>
          <a:xfrm>
            <a:off x="1571625" y="3217869"/>
            <a:ext cx="357188" cy="357188"/>
          </a:xfrm>
          <a:prstGeom prst="ellipse">
            <a:avLst/>
          </a:prstGeom>
          <a:solidFill>
            <a:srgbClr val="0067B1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063" y="3310737"/>
            <a:ext cx="214313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85938" y="3682212"/>
            <a:ext cx="55721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0067B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ORAÇÃO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1785938" y="3928672"/>
            <a:ext cx="557212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"Vinde, Espírito Santo, enchei os corações dos vossos fiéis e acendei neles o fogo do vosso amor. Enviai o vosso Espírito e tudo será criado, e renovareis a face da terra."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" name="Shape 1"/>
          <p:cNvSpPr/>
          <p:nvPr/>
        </p:nvSpPr>
        <p:spPr>
          <a:xfrm>
            <a:off x="3650456" y="0"/>
            <a:ext cx="7144" cy="5143500"/>
          </a:xfrm>
          <a:prstGeom prst="rect">
            <a:avLst/>
          </a:prstGeom>
          <a:solidFill>
            <a:srgbClr val="E6F0F7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1181956"/>
            <a:ext cx="29432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FC7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4º MISTÉRIO GLORIOSO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57188" y="1410556"/>
            <a:ext cx="294322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Assunção de Nossa Senhora</a:t>
            </a:r>
            <a:endParaRPr lang="en-US" sz="2450" dirty="0"/>
          </a:p>
        </p:txBody>
      </p:sp>
      <p:sp>
        <p:nvSpPr>
          <p:cNvPr id="7" name="Shape 4"/>
          <p:cNvSpPr/>
          <p:nvPr/>
        </p:nvSpPr>
        <p:spPr>
          <a:xfrm>
            <a:off x="357188" y="2379204"/>
            <a:ext cx="2943225" cy="6161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57188" y="2379204"/>
            <a:ext cx="28575" cy="61614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9" name="Text 6"/>
          <p:cNvSpPr/>
          <p:nvPr/>
        </p:nvSpPr>
        <p:spPr>
          <a:xfrm>
            <a:off x="500063" y="2379204"/>
            <a:ext cx="2800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"Todas as gerações me chamarão bem-aventurada."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0063" y="2839975"/>
            <a:ext cx="28003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Lucas 1,48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57188" y="3281102"/>
            <a:ext cx="2943225" cy="680442"/>
          </a:xfrm>
          <a:prstGeom prst="rect">
            <a:avLst/>
          </a:prstGeom>
          <a:solidFill>
            <a:srgbClr val="0067B1">
              <a:alpha val="5000"/>
            </a:srgbClr>
          </a:solidFill>
          <a:ln w="9144">
            <a:solidFill>
              <a:srgbClr val="0067B1">
                <a:alpha val="1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0063" y="3431121"/>
            <a:ext cx="26574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00063" y="3602571"/>
            <a:ext cx="231100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Graça de uma Boa Morte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0"/>
            <a:ext cx="5486400" cy="51435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300413" y="2214563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866" y="2428875"/>
            <a:ext cx="321469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797449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Maria é o sinal da nossa esperança e consolação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449" y="1875765"/>
            <a:ext cx="241102" cy="2143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57313" y="2340108"/>
            <a:ext cx="6429375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Assunção de Maria nos mostra o destino glorioso que aguarda todos os que seguem a Cristo com fidelidade. Ela é a primeira dos redimidos a participar plenamente da glória da Ressurreição.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1357313" y="3660223"/>
            <a:ext cx="6429375" cy="1114425"/>
          </a:xfrm>
          <a:prstGeom prst="rect">
            <a:avLst/>
          </a:prstGeom>
          <a:solidFill>
            <a:srgbClr val="FFFFFF">
              <a:alpha val="80000"/>
            </a:srgbClr>
          </a:solidFill>
          <a:ln w="18288">
            <a:solidFill>
              <a:srgbClr val="0067B1">
                <a:alpha val="15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154984" y="3574498"/>
            <a:ext cx="834033" cy="1214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4154984" y="3574498"/>
            <a:ext cx="834033" cy="121444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ORAÇÃO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785938" y="3960261"/>
            <a:ext cx="55721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0067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"Maria, nossa Mãe, que fostes elevada ao Céu, intercedei por nós para que possamos um dia contemplar convosco a face de Deus."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958183"/>
            <a:ext cx="29432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FC7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5º MISTÉRIO GLORIOSO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57188" y="1186783"/>
            <a:ext cx="2943225" cy="69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Coroação de Nossa Senhora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357188" y="2092589"/>
            <a:ext cx="2943225" cy="9983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57188" y="2092589"/>
            <a:ext cx="28575" cy="998339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8" name="Text 5"/>
          <p:cNvSpPr/>
          <p:nvPr/>
        </p:nvSpPr>
        <p:spPr>
          <a:xfrm>
            <a:off x="500063" y="2092589"/>
            <a:ext cx="28003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"Um grande sinal apareceu no céu: uma Mulher vestida de sol, tendo a lua debaixo dos pés e sobre a cabeça uma coroa de doze estrelas."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0063" y="2935551"/>
            <a:ext cx="28003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Apocalipse 12,1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57188" y="3305240"/>
            <a:ext cx="2943225" cy="880077"/>
          </a:xfrm>
          <a:prstGeom prst="rect">
            <a:avLst/>
          </a:prstGeom>
          <a:solidFill>
            <a:srgbClr val="0067B1">
              <a:alpha val="5000"/>
            </a:srgbClr>
          </a:solidFill>
          <a:ln w="9144">
            <a:solidFill>
              <a:srgbClr val="0067B1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063" y="3455259"/>
            <a:ext cx="26574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67B1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FRUTO DO MISTÉRIO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00063" y="3632067"/>
            <a:ext cx="19002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Perseverança Final e 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0063" y="3836361"/>
            <a:ext cx="156983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Confiança em Maria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300413" y="2214563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866" y="2428875"/>
            <a:ext cx="321469" cy="28575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0"/>
            <a:ext cx="54864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19" y="581183"/>
            <a:ext cx="385763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1066958"/>
            <a:ext cx="6429375" cy="788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35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Maria Rainha intercede por nós junto ao Rei dos Reis</a:t>
            </a:r>
            <a:endParaRPr lang="en-US" sz="2350" dirty="0"/>
          </a:p>
        </p:txBody>
      </p:sp>
      <p:sp>
        <p:nvSpPr>
          <p:cNvPr id="5" name="Text 1"/>
          <p:cNvSpPr/>
          <p:nvPr/>
        </p:nvSpPr>
        <p:spPr>
          <a:xfrm>
            <a:off x="1357313" y="2141367"/>
            <a:ext cx="6429375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coroação de Maria é o reconhecimento de sua dignidade única como Mãe de Deus e cooperadora na obra da Redenção. Como Rainha, ela exerce seu poder maternal intercedendo por todos os seus filhos.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1357313" y="3390044"/>
            <a:ext cx="6429375" cy="1600898"/>
          </a:xfrm>
          <a:prstGeom prst="rect">
            <a:avLst/>
          </a:prstGeom>
          <a:solidFill>
            <a:srgbClr val="FAFAFA"/>
          </a:solidFill>
          <a:ln w="18288">
            <a:solidFill>
              <a:srgbClr val="FFC72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785938" y="3690082"/>
            <a:ext cx="55721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SALVE RAINHA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785938" y="3936541"/>
            <a:ext cx="557212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"Salve, Rainha, Mãe de misericórdia, vida, doçura e esperança nossa, salve! A vós bradamos, os degredados filhos de Eva. Mostrai-nos Jesus, bendito fruto do vosso ventre."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16511" y="394692"/>
            <a:ext cx="2110978" cy="435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900" b="1" dirty="0">
                <a:solidFill>
                  <a:srgbClr val="0067B1">
                    <a:alpha val="2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†</a:t>
            </a:r>
            <a:endParaRPr lang="en-US" sz="25900" dirty="0"/>
          </a:p>
        </p:txBody>
      </p:sp>
      <p:sp>
        <p:nvSpPr>
          <p:cNvPr id="4" name="Text 1"/>
          <p:cNvSpPr/>
          <p:nvPr/>
        </p:nvSpPr>
        <p:spPr>
          <a:xfrm>
            <a:off x="1357313" y="978052"/>
            <a:ext cx="6429375" cy="78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Que os Mistérios Gloriosos nos conduzam à glória eterna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357313" y="2358191"/>
            <a:ext cx="6429375" cy="167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"Ó Deus, cujo Filho Unigênito, pela sua vida, morte e ressurreição, nos mereceu o prêmio da salvação eterna, concedei-nos, nós Vos pedimos, que, meditando estes mistérios do Santíssimo Rosário da Bem-aventurada Virgem Maria, imitemos o que eles contêm e alcancemos o que prometem. Por Cristo, nosso Senhor."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57313" y="4315467"/>
            <a:ext cx="6429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spc="2" kern="0" dirty="0">
                <a:solidFill>
                  <a:srgbClr val="0067B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AMÉM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57625" y="634901"/>
            <a:ext cx="1428750" cy="1428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938" y="849213"/>
            <a:ext cx="1000125" cy="1000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61184" y="2349401"/>
            <a:ext cx="162163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spc="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SHALOM</a:t>
            </a:r>
            <a:endParaRPr lang="en-US" sz="2450" dirty="0"/>
          </a:p>
        </p:txBody>
      </p:sp>
      <p:sp>
        <p:nvSpPr>
          <p:cNvPr id="6" name="Text 2"/>
          <p:cNvSpPr/>
          <p:nvPr/>
        </p:nvSpPr>
        <p:spPr>
          <a:xfrm>
            <a:off x="3351312" y="2838748"/>
            <a:ext cx="2441377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spc="2" kern="0" dirty="0">
                <a:solidFill>
                  <a:srgbClr val="FFC72C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COMUNIDADE CATÓLICA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2967335" y="3404890"/>
            <a:ext cx="320933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"A paz do Senhor esteja convosco"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3320058" y="4106763"/>
            <a:ext cx="2503884" cy="401836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952" y="4221956"/>
            <a:ext cx="150019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70127" y="4221063"/>
            <a:ext cx="16609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@shalom_orlando_usa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2026-05-06T23:39:04Z</dcterms:created>
  <dcterms:modified xsi:type="dcterms:W3CDTF">2026-05-06T23:39:04Z</dcterms:modified>
</cp:coreProperties>
</file>
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21494"/>
            <a:ext cx="9144000" cy="41005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C72C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957263"/>
            <a:ext cx="7715250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spc="3" kern="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MISTÉRIOS </a:t>
            </a:r>
            <a:r>
              <a:rPr lang="en-US" sz="4150" b="1" spc="3" kern="0" dirty="0">
                <a:solidFill>
                  <a:srgbClr val="FFC72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DOLOROSOS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714375" y="2736056"/>
            <a:ext cx="77152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spc="2" kern="0" dirty="0">
                <a:solidFill>
                  <a:srgbClr val="E5E7EB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MEDITAÇÕES DO SANTO ROSÁRIO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286250" y="3334345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3405783"/>
            <a:ext cx="428625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95935" y="4013002"/>
            <a:ext cx="27521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COMUNIDADE CATÓLICA SHALOM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281" y="1928813"/>
            <a:ext cx="2678906" cy="35718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887304"/>
            <a:ext cx="3786188" cy="205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Os Mistérios Dolorosos contemplam o sacrifício redentor de Cristo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571500" y="3158933"/>
            <a:ext cx="3786188" cy="10972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Rezados às terças e sextas-feiras, eles nos convidam a meditar sobre a Paixão de Nosso Senhor, desde a agonia no Getsêmani até a morte na Cruz.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4786313" y="714375"/>
            <a:ext cx="3786188" cy="56435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929188" y="857250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357813" y="909935"/>
            <a:ext cx="2332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Agonia no Horto das Oliveiras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86313" y="1457325"/>
            <a:ext cx="3786188" cy="56435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929188" y="1600200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357813" y="1652885"/>
            <a:ext cx="16198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Flagelação de Jesus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86313" y="2200275"/>
            <a:ext cx="3786188" cy="56435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929188" y="2343150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57813" y="2395835"/>
            <a:ext cx="17752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Coroação de Espinhos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86313" y="2943225"/>
            <a:ext cx="3786188" cy="56435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929188" y="3086100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57813" y="3138785"/>
            <a:ext cx="15341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Jesus Carrega a Cruz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86313" y="3686175"/>
            <a:ext cx="3786188" cy="56435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929188" y="3829050"/>
            <a:ext cx="285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357813" y="3881735"/>
            <a:ext cx="16627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Crucificação e Morte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72150" y="428625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1º MISTÉRIO DOLOROSO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5772150" y="657225"/>
            <a:ext cx="308610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Agonia no Horto das Oliveiras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772150" y="1531609"/>
            <a:ext cx="3086100" cy="111007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772150" y="1531609"/>
            <a:ext cx="28575" cy="1110072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Text 4"/>
          <p:cNvSpPr/>
          <p:nvPr/>
        </p:nvSpPr>
        <p:spPr>
          <a:xfrm>
            <a:off x="5915025" y="1674484"/>
            <a:ext cx="28003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"Pai, se queres, afasta de mim este cálice! Contudo, não se faça a minha vontade, mas a tua."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915025" y="2363074"/>
            <a:ext cx="28003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Lucas 22,42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72150" y="2855993"/>
            <a:ext cx="30861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 noite antes de sua morte, Jesus foi ao Jardim das Oliveiras para orar. Ele sentiu todo o peso dos pecados da humanidade e suou sangue em sua agonia.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772150" y="4334470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FRUTO DO MISTÉRIO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772150" y="4505920"/>
            <a:ext cx="30861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Contrição / O Arrependimento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094" y="428625"/>
            <a:ext cx="5357813" cy="4286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475450"/>
            <a:ext cx="6429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2" kern="0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REFLEXÃO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357313" y="757628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 solidão do Getsêmani, </a:t>
            </a: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Jesus abraçou </a:t>
            </a:r>
            <a:r>
              <a:rPr lang="en-US" sz="245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nossa dor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1357313" y="1866305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Jesus experimentou a mais profunda solidão humana. Seus discípulos dormiam enquanto Ele agonizava. Neste mistério, aprendemos que podemos levar a Ele todas as nossas angústias.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1357313" y="3117856"/>
            <a:ext cx="6429375" cy="1550194"/>
          </a:xfrm>
          <a:prstGeom prst="rect">
            <a:avLst/>
          </a:prstGeom>
          <a:solidFill>
            <a:srgbClr val="0067B1">
              <a:alpha val="10000"/>
            </a:srgbClr>
          </a:solidFill>
          <a:ln w="9144">
            <a:solidFill>
              <a:srgbClr val="0067B1">
                <a:alpha val="3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400550" y="2982125"/>
            <a:ext cx="342900" cy="233958"/>
          </a:xfrm>
          <a:prstGeom prst="rect">
            <a:avLst/>
          </a:prstGeom>
          <a:solidFill>
            <a:srgbClr val="1F2937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706" y="3016058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3063" y="3410750"/>
            <a:ext cx="5857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"Jesus, que na agonia do Horto aceitaste o cálice da Paixão, dá-me a graça de aceitar as cruzes da minha vida. Que eu nunca fuja do sofrimento, mas o una ao Teu."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643063" y="4239425"/>
            <a:ext cx="58578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OREMOS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2º MISTÉRIO DOLOROSO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285750" y="657225"/>
            <a:ext cx="308610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Flagelação de Jesus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85750" y="1531609"/>
            <a:ext cx="3086100" cy="72151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343275" y="1531609"/>
            <a:ext cx="28575" cy="721519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674484"/>
            <a:ext cx="2800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"Pelas suas chagas fomos curados."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1974521"/>
            <a:ext cx="28003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Isaías 53,5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85750" y="2467440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Pilatos mandou açoitar Jesus. Ele recebeu golpes brutais em seu corpo, derramando seu sangue precioso para a nossa redenção.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85750" y="4334470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FRUTO DO MISTÉRIO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85750" y="4505920"/>
            <a:ext cx="30861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Mortificação dos Sentidos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428625"/>
            <a:ext cx="4286250" cy="42862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442940"/>
            <a:ext cx="342900" cy="3429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57313" y="1000153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Cada ferida de Cristo é um </a:t>
            </a:r>
            <a:r>
              <a:rPr lang="en-US" sz="245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ato de </a:t>
            </a:r>
            <a:r>
              <a:rPr lang="en-US" sz="245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amor</a:t>
            </a: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por nós</a:t>
            </a:r>
            <a:endParaRPr lang="en-US" sz="2450" dirty="0"/>
          </a:p>
        </p:txBody>
      </p:sp>
      <p:sp>
        <p:nvSpPr>
          <p:cNvPr id="6" name="Text 1"/>
          <p:cNvSpPr/>
          <p:nvPr/>
        </p:nvSpPr>
        <p:spPr>
          <a:xfrm>
            <a:off x="1357313" y="2108829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flagelação nos mostra o preço do pecado e a profundidade do amor de Deus. Jesus sofreu em seu corpo para que nós pudéssemos ser curados em nossa alma.</a:t>
            </a:r>
            <a:endParaRPr lang="en-US" sz="1250" dirty="0"/>
          </a:p>
        </p:txBody>
      </p:sp>
      <p:sp>
        <p:nvSpPr>
          <p:cNvPr id="7" name="Shape 2"/>
          <p:cNvSpPr/>
          <p:nvPr/>
        </p:nvSpPr>
        <p:spPr>
          <a:xfrm>
            <a:off x="1357313" y="3360381"/>
            <a:ext cx="6429375" cy="1340151"/>
          </a:xfrm>
          <a:prstGeom prst="rect">
            <a:avLst/>
          </a:prstGeom>
          <a:solidFill>
            <a:srgbClr val="0067B1">
              <a:alpha val="10000"/>
            </a:srgbClr>
          </a:solidFill>
          <a:ln w="9144">
            <a:solidFill>
              <a:srgbClr val="0067B1">
                <a:alpha val="30000"/>
              </a:srgbClr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3188931"/>
            <a:ext cx="28575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43063" y="3653275"/>
            <a:ext cx="5857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"Senhor Jesus, que suportaste a flagelação por amor a mim, ajuda-me a mortificar meus sentidos e a vencer as tentações. Que Tuas chagas sejam minha cura."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3º MISTÉRIO DOLOROSO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285750" y="657225"/>
            <a:ext cx="308610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Coroação de Espinhos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85750" y="1531609"/>
            <a:ext cx="3086100" cy="90435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531609"/>
            <a:ext cx="28575" cy="904354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674484"/>
            <a:ext cx="28003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"Teceram uma coroa de espinhos e a puseram na cabeça dele."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2157357"/>
            <a:ext cx="28003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Mateus 27,29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85750" y="2650275"/>
            <a:ext cx="30861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soldados romanos zombaram de Jesus, vestindo-O com um manto púrpura e colocando uma coroa de espinhos em sua cabeça, causando-lhe dor e humilhação.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5750" y="3975497"/>
            <a:ext cx="3086100" cy="7393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" y="3975497"/>
            <a:ext cx="30861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4125516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FRUTO DO MISTÉRIO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85750" y="4296966"/>
            <a:ext cx="30861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Coragem Moral / O Desprezo do Mundo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456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984" y="428625"/>
            <a:ext cx="4822031" cy="4286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652983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 humilhação de Cristo, nossa dignidade é restaurada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1357313" y="1761660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Jesus, o Rei dos reis, aceitou ser humilhado para que nós pudéssemos </a:t>
            </a:r>
            <a:r>
              <a:rPr lang="en-US" sz="1500" dirty="0">
                <a:solidFill>
                  <a:srgbClr val="E5E7EB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ser exaltados. Ele transformou a coroa de escárnio em </a:t>
            </a:r>
            <a:r>
              <a:rPr lang="en-US" sz="14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coroa de </a:t>
            </a:r>
            <a:r>
              <a:rPr lang="en-US" sz="14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glória</a:t>
            </a:r>
            <a:r>
              <a:rPr lang="en-US" sz="1500" dirty="0">
                <a:solidFill>
                  <a:srgbClr val="E5E7EB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1357313" y="3150338"/>
            <a:ext cx="6429375" cy="1340151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C72C">
                <a:alpha val="3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357688" y="3014607"/>
            <a:ext cx="428625" cy="233958"/>
          </a:xfrm>
          <a:prstGeom prst="rect">
            <a:avLst/>
          </a:prstGeom>
          <a:solidFill>
            <a:srgbClr val="1F293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844" y="3048540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43063" y="3443232"/>
            <a:ext cx="5857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"Jesus, coroado de espinhos, ensina-me a suportar as humilhações com paciência. Que eu nunca busque a glória do mundo, mas somente a Tua aprovação."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72150" y="428625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4º MISTÉRIO DOLOROSO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5772150" y="657225"/>
            <a:ext cx="308610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Jesus Carrega a Cruz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772150" y="1531609"/>
            <a:ext cx="3086100" cy="90435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772150" y="1531609"/>
            <a:ext cx="28575" cy="904354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Text 4"/>
          <p:cNvSpPr/>
          <p:nvPr/>
        </p:nvSpPr>
        <p:spPr>
          <a:xfrm>
            <a:off x="5915025" y="1674484"/>
            <a:ext cx="28003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 alguém quer vir após mim, negue-se a si mesmo, tome a sua cruz e siga-me."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915025" y="2157357"/>
            <a:ext cx="28003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Mateus 16,24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72150" y="2650275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Jesus, já enfraquecido pela flagelação, carregou a pesada cruz pelas ruas de Jerusalém até o Calvário. Simão Cirineu foi obrigado a ajudá-Lo.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772150" y="4334470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FRUTO DO MISTÉRIO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772150" y="4505920"/>
            <a:ext cx="30861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Paciência nas Tribulações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984" y="428625"/>
            <a:ext cx="4822031" cy="4286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753694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Cada passo de Jesus era um </a:t>
            </a:r>
            <a:r>
              <a:rPr lang="en-US" sz="245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ato de </a:t>
            </a:r>
            <a:r>
              <a:rPr lang="en-US" sz="245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amor</a:t>
            </a: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por você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1357313" y="1862370"/>
            <a:ext cx="6429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caminho do Calvário, Jesus encontrou sua Mãe, as mulheres que choravam, e caiu três vezes. Cada passo era dado por amor a cada um de nós.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1357313" y="2839613"/>
            <a:ext cx="6429375" cy="1550194"/>
          </a:xfrm>
          <a:prstGeom prst="rect">
            <a:avLst/>
          </a:prstGeom>
          <a:solidFill>
            <a:srgbClr val="0067B1">
              <a:alpha val="10000"/>
            </a:srgbClr>
          </a:solidFill>
          <a:ln w="9144">
            <a:solidFill>
              <a:srgbClr val="0067B1">
                <a:alpha val="3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400550" y="2703881"/>
            <a:ext cx="342900" cy="233958"/>
          </a:xfrm>
          <a:prstGeom prst="rect">
            <a:avLst/>
          </a:prstGeom>
          <a:solidFill>
            <a:srgbClr val="1F2937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706" y="2737814"/>
            <a:ext cx="128588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43063" y="3132506"/>
            <a:ext cx="5857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"Senhor, que carregaste a cruz por mim, ajuda-me a carregar as minhas cruzes diárias com paciência e amor. Que eu seja como Simão, ajudando os outros em suas dificuldades."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643063" y="3961181"/>
            <a:ext cx="58578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OREMOS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72150" y="428625"/>
            <a:ext cx="3086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5º MISTÉRIO DOLOROSO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5772150" y="657225"/>
            <a:ext cx="308610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Crucificação e Morte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772150" y="1531609"/>
            <a:ext cx="3086100" cy="69863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772150" y="1531609"/>
            <a:ext cx="28575" cy="698636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Text 4"/>
          <p:cNvSpPr/>
          <p:nvPr/>
        </p:nvSpPr>
        <p:spPr>
          <a:xfrm>
            <a:off x="5915025" y="1674484"/>
            <a:ext cx="28003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"Pai, em tuas mãos entrego o meu espírito."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915025" y="1951639"/>
            <a:ext cx="28003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Lucas 23,46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72150" y="2444558"/>
            <a:ext cx="30861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 foi pregado na cruz e morreu após três horas de agonia. Naquele momento, o véu do Templo se rasgou e a terra tremeu. A redenção estava consumada.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772150" y="4125516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FRUTO DO MISTÉRIO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772150" y="4296966"/>
            <a:ext cx="30861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Perseverança Final / A Conversão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66" y="71438"/>
            <a:ext cx="3750469" cy="50006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81" y="580095"/>
            <a:ext cx="300038" cy="3429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57313" y="1137307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 Cruz, o amor de Deus foi </a:t>
            </a:r>
            <a:r>
              <a:rPr lang="en-US" sz="2450" b="1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derramado completamente</a:t>
            </a:r>
            <a:endParaRPr lang="en-US" sz="2450" dirty="0"/>
          </a:p>
        </p:txBody>
      </p:sp>
      <p:sp>
        <p:nvSpPr>
          <p:cNvPr id="6" name="Text 1"/>
          <p:cNvSpPr/>
          <p:nvPr/>
        </p:nvSpPr>
        <p:spPr>
          <a:xfrm>
            <a:off x="1357313" y="2245984"/>
            <a:ext cx="6429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Cruz é o trono do amor. Jesus, de braços abertos, acolhe toda a humanidade. Do seu lado aberto, nasceram a Igreja e os sacramentos.</a:t>
            </a:r>
            <a:endParaRPr lang="en-US" sz="1250" dirty="0"/>
          </a:p>
        </p:txBody>
      </p:sp>
      <p:sp>
        <p:nvSpPr>
          <p:cNvPr id="7" name="Shape 2"/>
          <p:cNvSpPr/>
          <p:nvPr/>
        </p:nvSpPr>
        <p:spPr>
          <a:xfrm>
            <a:off x="1357313" y="3223227"/>
            <a:ext cx="6429375" cy="1340151"/>
          </a:xfrm>
          <a:prstGeom prst="rect">
            <a:avLst/>
          </a:prstGeom>
          <a:solidFill>
            <a:srgbClr val="B91C1C">
              <a:alpha val="10000"/>
            </a:srgbClr>
          </a:solidFill>
          <a:ln w="9144">
            <a:solidFill>
              <a:srgbClr val="B91C1C">
                <a:alpha val="30000"/>
              </a:srgbClr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051777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43063" y="3516120"/>
            <a:ext cx="5857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"Jesus Crucificado, obrigado por morrer por mim. Que eu nunca esqueça o preço da minha salvação. Ajuda-me a viver de modo digno do Teu sacrifício."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7859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87080" y="2000250"/>
            <a:ext cx="1569839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spc="6" kern="0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I.N.R.I.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3282553" y="2496741"/>
            <a:ext cx="25788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2" kern="0" dirty="0">
                <a:solidFill>
                  <a:srgbClr val="9CA3A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Iesus Nazarenus Rex Iudaeorum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642938" y="2848570"/>
            <a:ext cx="1857375" cy="152697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42938" y="2848570"/>
            <a:ext cx="1857375" cy="21431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4"/>
          <p:cNvSpPr/>
          <p:nvPr/>
        </p:nvSpPr>
        <p:spPr>
          <a:xfrm>
            <a:off x="750094" y="2991445"/>
            <a:ext cx="164306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50094" y="3375422"/>
            <a:ext cx="164306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Iesus (Yeshua)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50094" y="3600450"/>
            <a:ext cx="16430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ELE QUE SALVA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50094" y="3793331"/>
            <a:ext cx="164306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nome de Jesus significa "Deus Salva". Ele é o Salvador prometido que veio libertar a humanidade.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643188" y="2848570"/>
            <a:ext cx="1857375" cy="152697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2643188" y="2848570"/>
            <a:ext cx="1857375" cy="21431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4" name="Text 10"/>
          <p:cNvSpPr/>
          <p:nvPr/>
        </p:nvSpPr>
        <p:spPr>
          <a:xfrm>
            <a:off x="2750344" y="2991445"/>
            <a:ext cx="164306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750344" y="3375422"/>
            <a:ext cx="164306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Nazarenus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750344" y="3600450"/>
            <a:ext cx="16430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GENTE COMO A GENTE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2750344" y="3793331"/>
            <a:ext cx="164306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Deus se fez homem e viveu no ordinário, em Nazaré. Ele conhece nossas lutas e caminha conosco.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4643438" y="2848570"/>
            <a:ext cx="1857375" cy="152697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4643438" y="2848570"/>
            <a:ext cx="1857375" cy="21431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0" name="Text 16"/>
          <p:cNvSpPr/>
          <p:nvPr/>
        </p:nvSpPr>
        <p:spPr>
          <a:xfrm>
            <a:off x="4750594" y="2991445"/>
            <a:ext cx="164306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R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750594" y="3375422"/>
            <a:ext cx="164306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Rex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750594" y="3600450"/>
            <a:ext cx="16430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REI DO CÉU E DA TERRA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4750594" y="3793331"/>
            <a:ext cx="164306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Jesus é o Rei Soberano de toda a criação. Seu trono é a Cruz, e Seu reino não terá fim.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6643688" y="2848570"/>
            <a:ext cx="1857375" cy="152697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6643688" y="2848570"/>
            <a:ext cx="1857375" cy="21431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6" name="Text 22"/>
          <p:cNvSpPr/>
          <p:nvPr/>
        </p:nvSpPr>
        <p:spPr>
          <a:xfrm>
            <a:off x="6750844" y="2991445"/>
            <a:ext cx="164306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Cinzel Bold" pitchFamily="34" charset="0"/>
                <a:ea typeface="Cinzel Bold" pitchFamily="34" charset="-122"/>
                <a:cs typeface="Cinzel Bold" pitchFamily="34" charset="-120"/>
              </a:rPr>
              <a:t>I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750844" y="3375422"/>
            <a:ext cx="164306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Iudaeorum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750844" y="3600450"/>
            <a:ext cx="16430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REI DA PROMESSA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750844" y="3793331"/>
            <a:ext cx="164306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é o Messias esperado, o Leão de Judá. Deus cumpriu Sua aliança com Abraão e Davi através Dele.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227" y="71438"/>
            <a:ext cx="4375547" cy="50006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85750" y="285750"/>
            <a:ext cx="8572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3" y="600828"/>
            <a:ext cx="7000875" cy="285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71563" y="1100891"/>
            <a:ext cx="70008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800" spc="2" kern="0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QUE OS MISTÉRIOS DOLOROSOS NOS UNAM À PAIXÃO DE CRISTO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071563" y="2178146"/>
            <a:ext cx="7000875" cy="180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"Ó Deus, cujo Filho Unigênito, pela sua vida, morte e ressurreição, nos mereceu o prêmio da salvação eterna, concedei-nos, nós Vos pedimos, que, meditando estes mistérios do Santíssimo Rosário da Bem-aventurada Virgem Maria, imitemos o que eles contêm e alcancemos o que prometem. Por Cristo, nosso Senhor."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1071563" y="4264065"/>
            <a:ext cx="7000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spc="3" kern="0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AMÉM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79031" y="297359"/>
            <a:ext cx="1785938" cy="178593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0287" y="-2352973"/>
            <a:ext cx="1428750" cy="14287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019" y="175915"/>
            <a:ext cx="2000250" cy="20002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478113" y="2369046"/>
            <a:ext cx="2187773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100" b="1" spc="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SHALOM</a:t>
            </a:r>
            <a:endParaRPr lang="en-US" sz="3100" dirty="0"/>
          </a:p>
        </p:txBody>
      </p:sp>
      <p:sp>
        <p:nvSpPr>
          <p:cNvPr id="7" name="Text 2"/>
          <p:cNvSpPr/>
          <p:nvPr/>
        </p:nvSpPr>
        <p:spPr>
          <a:xfrm>
            <a:off x="2882503" y="2961977"/>
            <a:ext cx="33789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2" kern="0" dirty="0">
                <a:solidFill>
                  <a:srgbClr val="FFC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 CATÓLICA SHALOM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2967335" y="3599557"/>
            <a:ext cx="320933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 paz do Senhor esteja convosco"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3395960" y="4444305"/>
            <a:ext cx="2352080" cy="401836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416" y="4559498"/>
            <a:ext cx="150019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74591" y="4558605"/>
            <a:ext cx="16519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@shalom_orlando_usa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2026-05-06T23:37:18Z</dcterms:created>
  <dcterms:modified xsi:type="dcterms:W3CDTF">2026-05-06T23:37:18Z</dcterms:modified>
</cp:coreProperties>
</file>